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Poppins"/>
              </a:defRPr>
            </a:pPr>
            <a:r>
              <a:t>LOG!T</a:t>
            </a:r>
          </a:p>
          <a:p>
            <a:pPr>
              <a:spcAft>
                <a:spcPts val="2400"/>
              </a:spcAft>
              <a:defRPr sz="2200">
                <a:solidFill>
                  <a:srgbClr val="30D158"/>
                </a:solidFill>
                <a:latin typeface="Inter"/>
              </a:defRPr>
            </a:pPr>
            <a:r>
              <a:t>Technical Architecture &amp; System Design Specification</a:t>
            </a:r>
          </a:p>
          <a:p>
            <a:pPr>
              <a:defRPr sz="1400">
                <a:solidFill>
                  <a:srgbClr val="8C8C8C"/>
                </a:solidFill>
                <a:latin typeface="Inter"/>
              </a:defRPr>
            </a:pPr>
            <a:r>
              <a:t>A premium, cloud-first movie tracking app built on vanilla HTML, CSS, and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0D158"/>
                </a:solidFill>
                <a:latin typeface="Inter"/>
              </a:defRPr>
            </a:pPr>
            <a: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System Concept &amp; User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Core Value Proposition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• Search, rate, and track films in a streamlined personal library.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• Zero setup overhead - completely serverless static application.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• Beautiful, unified dark mode theme optimized for movie collection scanning.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• Comprehensive dashboard listing statistics, runtime charts, and watch schedules.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Architectural Pillars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✓ Cloud Sync — Synced in Supabase database instantly with low-latency indexing.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✓ Auto Backup — Seamlessly triggers RFC 2046 multipart backup payloads to Google Drive.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✓ Vanilla Core — Zero bundlers, compile phases, or external package bloating.</a:t>
            </a:r>
          </a:p>
          <a:p>
            <a:pPr>
              <a:spcAft>
                <a:spcPts val="1000"/>
              </a:spcAft>
              <a:defRPr sz="1400">
                <a:solidFill>
                  <a:srgbClr val="8C8C8C"/>
                </a:solidFill>
                <a:latin typeface="Inter"/>
              </a:defRPr>
            </a:pPr>
            <a:r>
              <a:t>✓ Missing Data Auditing — Visual indicator indicators (red dots) for items missing TMDB ratings, runtime, or overview info.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0D158"/>
                </a:solidFill>
                <a:latin typeface="Inter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Technology Stack &amp; API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0D0D0D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Front End &amp; Style</a:t>
            </a:r>
          </a:p>
          <a:p>
            <a:pPr>
              <a:spcAft>
                <a:spcPts val="1400"/>
              </a:spcAft>
              <a:defRPr sz="1200" b="1">
                <a:solidFill>
                  <a:srgbClr val="30D158"/>
                </a:solidFill>
                <a:latin typeface="Inter"/>
              </a:defRPr>
            </a:pPr>
            <a:r>
              <a:t>Vanilla Core</a:t>
            </a:r>
          </a:p>
          <a:p>
            <a:pPr>
              <a:spcAft>
                <a:spcPts val="600"/>
              </a:spcAft>
              <a:defRPr sz="1200">
                <a:solidFill>
                  <a:srgbClr val="8C8C8C"/>
                </a:solidFill>
                <a:latin typeface="Inter"/>
              </a:defRPr>
            </a:pPr>
            <a:r>
              <a:t>• Semantic HTML5 structure</a:t>
            </a:r>
            <a:br/>
            <a:r>
              <a:t>• Custom CSS variables</a:t>
            </a:r>
            <a:br/>
            <a:r>
              <a:t>• Responsive layout grids</a:t>
            </a:r>
            <a:br/>
            <a:r>
              <a:t>• Vanilla ES6 modules</a:t>
            </a:r>
            <a:br/>
            <a:r>
              <a:t>• Cache-controlled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0D0D0D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Database &amp; Storage</a:t>
            </a:r>
          </a:p>
          <a:p>
            <a:pPr>
              <a:spcAft>
                <a:spcPts val="1400"/>
              </a:spcAft>
              <a:defRPr sz="1200" b="1">
                <a:solidFill>
                  <a:srgbClr val="30D158"/>
                </a:solidFill>
                <a:latin typeface="Inter"/>
              </a:defRPr>
            </a:pPr>
            <a:r>
              <a:t>Supabase Cloud DB</a:t>
            </a:r>
          </a:p>
          <a:p>
            <a:pPr>
              <a:spcAft>
                <a:spcPts val="600"/>
              </a:spcAft>
              <a:defRPr sz="1200">
                <a:solidFill>
                  <a:srgbClr val="8C8C8C"/>
                </a:solidFill>
                <a:latin typeface="Inter"/>
              </a:defRPr>
            </a:pPr>
            <a:r>
              <a:t>• PostgreSQL database</a:t>
            </a:r>
            <a:br/>
            <a:r>
              <a:t>• Supabase Auth engine</a:t>
            </a:r>
            <a:br/>
            <a:r>
              <a:t>• Row-Level Security (RLS)</a:t>
            </a:r>
            <a:br/>
            <a:r>
              <a:t>• Real-time updates</a:t>
            </a:r>
            <a:br/>
            <a:r>
              <a:t>• Local Storage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0D0D0D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External APIs</a:t>
            </a:r>
          </a:p>
          <a:p>
            <a:pPr>
              <a:spcAft>
                <a:spcPts val="1400"/>
              </a:spcAft>
              <a:defRPr sz="1200" b="1">
                <a:solidFill>
                  <a:srgbClr val="30D158"/>
                </a:solidFill>
                <a:latin typeface="Inter"/>
              </a:defRPr>
            </a:pPr>
            <a:r>
              <a:t>TMDB &amp; Google</a:t>
            </a:r>
          </a:p>
          <a:p>
            <a:pPr>
              <a:spcAft>
                <a:spcPts val="600"/>
              </a:spcAft>
              <a:defRPr sz="1200">
                <a:solidFill>
                  <a:srgbClr val="8C8C8C"/>
                </a:solidFill>
                <a:latin typeface="Inter"/>
              </a:defRPr>
            </a:pPr>
            <a:r>
              <a:t>• TMDB Search &amp; Detail API</a:t>
            </a:r>
            <a:br/>
            <a:r>
              <a:t>• Google Identity Services (GIS)</a:t>
            </a:r>
            <a:br/>
            <a:r>
              <a:t>• Drive API v3 integrations</a:t>
            </a:r>
            <a:br/>
            <a:r>
              <a:t>• OAuth2 Client tokens</a:t>
            </a:r>
            <a:br/>
            <a:r>
              <a:t>• RFC 2046 multipart uploads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0D158"/>
                </a:solidFill>
                <a:latin typeface="Inter"/>
              </a:defRPr>
            </a:pPr>
            <a:r>
              <a:t>GOOGLE DRIVE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Re-engineered Google Drive 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Modern Fetch Architecture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• Replaced legacy XMLHttpRequests with clean async/await fetch() functions.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• Built centralized _apiFetch() wrapper supporting authorization headers injection and token auto-refresh.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• Smart OAuth Token Lifetime: Automatically detects expired tokens (401 errors), wipes local caches, and updates the connection state UI.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• Comprehensive user profiling - calls UserInfo endpoint or falls back to Google Drive About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Payload Optimization &amp; Folders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✓ RFC 2046 Multipart Request Body: Uploads files using multipart/related boundaries to pack binary metadata and file data in one request.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✓ Folder isolation: Scans and isolates a dedicated root-level folder named 'Logit' on Google Drive.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✓ Automatic file naming: Generates files dynamically (e.g., logit-{count}-movies-{timestamp}.json).</a:t>
            </a:r>
          </a:p>
          <a:p>
            <a:pPr>
              <a:spcAft>
                <a:spcPts val="800"/>
              </a:spcAft>
              <a:defRPr sz="1250">
                <a:solidFill>
                  <a:srgbClr val="8C8C8C"/>
                </a:solidFill>
                <a:latin typeface="Inter"/>
              </a:defRPr>
            </a:pPr>
            <a:r>
              <a:t>✓ Targeted Queries: Restricts folder search using highly specific Google Query DSL filters to exclude trashed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0D158"/>
                </a:solidFill>
                <a:latin typeface="Inter"/>
              </a:defRPr>
            </a:pPr>
            <a:r>
              <a:t>UI/UX &amp; SPACING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Refined Minimal Layout &amp;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Apple-Style Minimalism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• Unified Cloud Card — Displays Google Drive connection state, status badge, and email in a compact, unified pill card.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• Clean Segmented Settings — Grouped settings into 4 semantic blocks (Account, Google Drive, Backup &amp; Data, Danger Zone).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• Perfect Title Centering — Positioned the profile edit pen absolutely so it does not affect name text alignment flow.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• Interactive Status Badge — Pulsing neon status dot dynamically highlights connection state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Layout Grid &amp; Media Queries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✓ Consistent Vertical Spacing — Verified content block spacing remains exactly 24px across both desktop and mobile screens.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✓ Adaptive Breakpoints — Overhauled media queries to wrap lists, buttons, and badges dynamically without overflow.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✓ Chevron-Aligned Items — Flexbox list items feature right-aligned indicator chevrons for clean scanning.</a:t>
            </a:r>
          </a:p>
          <a:p>
            <a:pPr>
              <a:spcAft>
                <a:spcPts val="800"/>
              </a:spcAft>
              <a:defRPr sz="1300">
                <a:solidFill>
                  <a:srgbClr val="8C8C8C"/>
                </a:solidFill>
                <a:latin typeface="Inter"/>
              </a:defRPr>
            </a:pPr>
            <a:r>
              <a:t>✓ Mobile Contrast Optimization — Responsive dark theme uses calibrated grey borders (#1e1e1e) to separate interactive buttons.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